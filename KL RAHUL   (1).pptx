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65705C-7E3E-4724-A4C5-48537A421E90}" v="1" dt="2026-01-13T14:28:50.1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6" d="100"/>
          <a:sy n="76" d="100"/>
        </p:scale>
        <p:origin x="91" y="23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nya Ghorpade" userId="5cdad3a1c90bceb8" providerId="LiveId" clId="{97838E2A-EBB0-4AE0-9982-1AE791D7CD93}"/>
    <pc:docChg chg="modSld">
      <pc:chgData name="Sonya Ghorpade" userId="5cdad3a1c90bceb8" providerId="LiveId" clId="{97838E2A-EBB0-4AE0-9982-1AE791D7CD93}" dt="2026-01-13T14:31:33.967" v="65" actId="1440"/>
      <pc:docMkLst>
        <pc:docMk/>
      </pc:docMkLst>
      <pc:sldChg chg="modSp mod">
        <pc:chgData name="Sonya Ghorpade" userId="5cdad3a1c90bceb8" providerId="LiveId" clId="{97838E2A-EBB0-4AE0-9982-1AE791D7CD93}" dt="2026-01-12T03:30:48.309" v="20" actId="14100"/>
        <pc:sldMkLst>
          <pc:docMk/>
          <pc:sldMk cId="765811725" sldId="256"/>
        </pc:sldMkLst>
        <pc:picChg chg="mod">
          <ac:chgData name="Sonya Ghorpade" userId="5cdad3a1c90bceb8" providerId="LiveId" clId="{97838E2A-EBB0-4AE0-9982-1AE791D7CD93}" dt="2026-01-12T03:30:48.309" v="20" actId="14100"/>
          <ac:picMkLst>
            <pc:docMk/>
            <pc:sldMk cId="765811725" sldId="256"/>
            <ac:picMk id="2" creationId="{00000000-0000-0000-0000-000000000000}"/>
          </ac:picMkLst>
        </pc:picChg>
      </pc:sldChg>
      <pc:sldChg chg="modSp mod">
        <pc:chgData name="Sonya Ghorpade" userId="5cdad3a1c90bceb8" providerId="LiveId" clId="{97838E2A-EBB0-4AE0-9982-1AE791D7CD93}" dt="2026-01-13T14:31:33.967" v="65" actId="1440"/>
        <pc:sldMkLst>
          <pc:docMk/>
          <pc:sldMk cId="765811725" sldId="257"/>
        </pc:sldMkLst>
        <pc:picChg chg="mod">
          <ac:chgData name="Sonya Ghorpade" userId="5cdad3a1c90bceb8" providerId="LiveId" clId="{97838E2A-EBB0-4AE0-9982-1AE791D7CD93}" dt="2026-01-13T14:31:33.967" v="65" actId="1440"/>
          <ac:picMkLst>
            <pc:docMk/>
            <pc:sldMk cId="765811725" sldId="257"/>
            <ac:picMk id="2" creationId="{00000000-0000-0000-0000-000000000000}"/>
          </ac:picMkLst>
        </pc:picChg>
      </pc:sldChg>
      <pc:sldChg chg="modSp mod">
        <pc:chgData name="Sonya Ghorpade" userId="5cdad3a1c90bceb8" providerId="LiveId" clId="{97838E2A-EBB0-4AE0-9982-1AE791D7CD93}" dt="2026-01-12T03:30:38.541" v="18" actId="14100"/>
        <pc:sldMkLst>
          <pc:docMk/>
          <pc:sldMk cId="765811725" sldId="258"/>
        </pc:sldMkLst>
        <pc:picChg chg="mod">
          <ac:chgData name="Sonya Ghorpade" userId="5cdad3a1c90bceb8" providerId="LiveId" clId="{97838E2A-EBB0-4AE0-9982-1AE791D7CD93}" dt="2026-01-12T03:30:38.541" v="18" actId="14100"/>
          <ac:picMkLst>
            <pc:docMk/>
            <pc:sldMk cId="765811725" sldId="258"/>
            <ac:picMk id="2" creationId="{00000000-0000-0000-0000-000000000000}"/>
          </ac:picMkLst>
        </pc:picChg>
      </pc:sldChg>
      <pc:sldChg chg="modSp mod">
        <pc:chgData name="Sonya Ghorpade" userId="5cdad3a1c90bceb8" providerId="LiveId" clId="{97838E2A-EBB0-4AE0-9982-1AE791D7CD93}" dt="2026-01-12T03:30:30.171" v="16" actId="14100"/>
        <pc:sldMkLst>
          <pc:docMk/>
          <pc:sldMk cId="765811725" sldId="259"/>
        </pc:sldMkLst>
        <pc:picChg chg="mod">
          <ac:chgData name="Sonya Ghorpade" userId="5cdad3a1c90bceb8" providerId="LiveId" clId="{97838E2A-EBB0-4AE0-9982-1AE791D7CD93}" dt="2026-01-12T03:30:30.171" v="16" actId="14100"/>
          <ac:picMkLst>
            <pc:docMk/>
            <pc:sldMk cId="765811725" sldId="259"/>
            <ac:picMk id="2" creationId="{00000000-0000-0000-0000-000000000000}"/>
          </ac:picMkLst>
        </pc:picChg>
      </pc:sldChg>
      <pc:sldChg chg="modSp mod">
        <pc:chgData name="Sonya Ghorpade" userId="5cdad3a1c90bceb8" providerId="LiveId" clId="{97838E2A-EBB0-4AE0-9982-1AE791D7CD93}" dt="2026-01-13T14:29:55.075" v="46" actId="1035"/>
        <pc:sldMkLst>
          <pc:docMk/>
          <pc:sldMk cId="765811725" sldId="260"/>
        </pc:sldMkLst>
        <pc:picChg chg="mod">
          <ac:chgData name="Sonya Ghorpade" userId="5cdad3a1c90bceb8" providerId="LiveId" clId="{97838E2A-EBB0-4AE0-9982-1AE791D7CD93}" dt="2026-01-13T14:29:55.075" v="46" actId="1035"/>
          <ac:picMkLst>
            <pc:docMk/>
            <pc:sldMk cId="765811725" sldId="260"/>
            <ac:picMk id="2" creationId="{00000000-0000-0000-0000-000000000000}"/>
          </ac:picMkLst>
        </pc:picChg>
      </pc:sldChg>
      <pc:sldChg chg="modSp mod">
        <pc:chgData name="Sonya Ghorpade" userId="5cdad3a1c90bceb8" providerId="LiveId" clId="{97838E2A-EBB0-4AE0-9982-1AE791D7CD93}" dt="2026-01-13T14:29:34.206" v="38" actId="14100"/>
        <pc:sldMkLst>
          <pc:docMk/>
          <pc:sldMk cId="765811725" sldId="261"/>
        </pc:sldMkLst>
        <pc:picChg chg="mod">
          <ac:chgData name="Sonya Ghorpade" userId="5cdad3a1c90bceb8" providerId="LiveId" clId="{97838E2A-EBB0-4AE0-9982-1AE791D7CD93}" dt="2026-01-13T14:29:34.206" v="38" actId="14100"/>
          <ac:picMkLst>
            <pc:docMk/>
            <pc:sldMk cId="765811725" sldId="261"/>
            <ac:picMk id="2" creationId="{00000000-0000-0000-0000-000000000000}"/>
          </ac:picMkLst>
        </pc:picChg>
      </pc:sldChg>
      <pc:sldChg chg="modSp mod">
        <pc:chgData name="Sonya Ghorpade" userId="5cdad3a1c90bceb8" providerId="LiveId" clId="{97838E2A-EBB0-4AE0-9982-1AE791D7CD93}" dt="2026-01-13T14:29:16.808" v="36" actId="1036"/>
        <pc:sldMkLst>
          <pc:docMk/>
          <pc:sldMk cId="765811725" sldId="262"/>
        </pc:sldMkLst>
        <pc:picChg chg="mod">
          <ac:chgData name="Sonya Ghorpade" userId="5cdad3a1c90bceb8" providerId="LiveId" clId="{97838E2A-EBB0-4AE0-9982-1AE791D7CD93}" dt="2026-01-13T14:29:16.808" v="36" actId="1036"/>
          <ac:picMkLst>
            <pc:docMk/>
            <pc:sldMk cId="765811725" sldId="262"/>
            <ac:picMk id="2" creationId="{00000000-0000-0000-0000-000000000000}"/>
          </ac:picMkLst>
        </pc:picChg>
      </pc:sldChg>
      <pc:sldChg chg="modSp mod">
        <pc:chgData name="Sonya Ghorpade" userId="5cdad3a1c90bceb8" providerId="LiveId" clId="{97838E2A-EBB0-4AE0-9982-1AE791D7CD93}" dt="2026-01-12T03:30:18.669" v="14" actId="14100"/>
        <pc:sldMkLst>
          <pc:docMk/>
          <pc:sldMk cId="765811725" sldId="263"/>
        </pc:sldMkLst>
        <pc:picChg chg="mod">
          <ac:chgData name="Sonya Ghorpade" userId="5cdad3a1c90bceb8" providerId="LiveId" clId="{97838E2A-EBB0-4AE0-9982-1AE791D7CD93}" dt="2026-01-12T03:30:18.669" v="14" actId="14100"/>
          <ac:picMkLst>
            <pc:docMk/>
            <pc:sldMk cId="765811725" sldId="263"/>
            <ac:picMk id="2" creationId="{00000000-0000-0000-0000-000000000000}"/>
          </ac:picMkLst>
        </pc:picChg>
      </pc:sldChg>
      <pc:sldChg chg="modSp mod">
        <pc:chgData name="Sonya Ghorpade" userId="5cdad3a1c90bceb8" providerId="LiveId" clId="{97838E2A-EBB0-4AE0-9982-1AE791D7CD93}" dt="2026-01-12T03:30:09.707" v="12" actId="14100"/>
        <pc:sldMkLst>
          <pc:docMk/>
          <pc:sldMk cId="765811725" sldId="264"/>
        </pc:sldMkLst>
        <pc:picChg chg="mod">
          <ac:chgData name="Sonya Ghorpade" userId="5cdad3a1c90bceb8" providerId="LiveId" clId="{97838E2A-EBB0-4AE0-9982-1AE791D7CD93}" dt="2026-01-12T03:30:09.707" v="12" actId="14100"/>
          <ac:picMkLst>
            <pc:docMk/>
            <pc:sldMk cId="765811725" sldId="264"/>
            <ac:picMk id="2" creationId="{00000000-0000-0000-0000-000000000000}"/>
          </ac:picMkLst>
        </pc:picChg>
      </pc:sldChg>
      <pc:sldChg chg="modSp mod">
        <pc:chgData name="Sonya Ghorpade" userId="5cdad3a1c90bceb8" providerId="LiveId" clId="{97838E2A-EBB0-4AE0-9982-1AE791D7CD93}" dt="2026-01-13T14:28:09.874" v="27" actId="14100"/>
        <pc:sldMkLst>
          <pc:docMk/>
          <pc:sldMk cId="765811725" sldId="265"/>
        </pc:sldMkLst>
        <pc:picChg chg="mod">
          <ac:chgData name="Sonya Ghorpade" userId="5cdad3a1c90bceb8" providerId="LiveId" clId="{97838E2A-EBB0-4AE0-9982-1AE791D7CD93}" dt="2026-01-13T14:28:09.874" v="27" actId="14100"/>
          <ac:picMkLst>
            <pc:docMk/>
            <pc:sldMk cId="765811725" sldId="265"/>
            <ac:picMk id="2" creationId="{00000000-0000-0000-0000-000000000000}"/>
          </ac:picMkLst>
        </pc:picChg>
      </pc:sldChg>
      <pc:sldChg chg="modSp mod">
        <pc:chgData name="Sonya Ghorpade" userId="5cdad3a1c90bceb8" providerId="LiveId" clId="{97838E2A-EBB0-4AE0-9982-1AE791D7CD93}" dt="2026-01-12T03:30:58.839" v="22" actId="14100"/>
        <pc:sldMkLst>
          <pc:docMk/>
          <pc:sldMk cId="765811725" sldId="266"/>
        </pc:sldMkLst>
        <pc:picChg chg="mod">
          <ac:chgData name="Sonya Ghorpade" userId="5cdad3a1c90bceb8" providerId="LiveId" clId="{97838E2A-EBB0-4AE0-9982-1AE791D7CD93}" dt="2026-01-12T03:30:58.839" v="22" actId="14100"/>
          <ac:picMkLst>
            <pc:docMk/>
            <pc:sldMk cId="765811725" sldId="266"/>
            <ac:picMk id="2" creationId="{00000000-0000-0000-0000-000000000000}"/>
          </ac:picMkLst>
        </pc:picChg>
      </pc:sldChg>
      <pc:sldChg chg="modSp mod">
        <pc:chgData name="Sonya Ghorpade" userId="5cdad3a1c90bceb8" providerId="LiveId" clId="{97838E2A-EBB0-4AE0-9982-1AE791D7CD93}" dt="2026-01-13T14:30:59.324" v="59" actId="1035"/>
        <pc:sldMkLst>
          <pc:docMk/>
          <pc:sldMk cId="765811725" sldId="267"/>
        </pc:sldMkLst>
        <pc:picChg chg="mod">
          <ac:chgData name="Sonya Ghorpade" userId="5cdad3a1c90bceb8" providerId="LiveId" clId="{97838E2A-EBB0-4AE0-9982-1AE791D7CD93}" dt="2026-01-13T14:30:59.324" v="59" actId="1035"/>
          <ac:picMkLst>
            <pc:docMk/>
            <pc:sldMk cId="765811725" sldId="267"/>
            <ac:picMk id="2" creationId="{00000000-0000-0000-0000-00000000000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2026/1/13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44881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2026/1/13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4944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2026/1/13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10526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2026/1/13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82264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2026/1/13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49341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2026/1/13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23109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2026/1/13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11969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2026/1/13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39096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2026/1/13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05119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2026/1/13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7130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2026/1/13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660460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2026/1/13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01226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2026/1/13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861985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2026/1/13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39324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2026/1/13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10537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2026/1/13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567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C2204E-7DD4-40E6-BC6B-54E457881367}" type="datetimeFigureOut">
              <a:rPr lang="zh-CN" altLang="en-US" smtClean="0"/>
              <a:t>2026/1/13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74605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　１"/>
          <p:cNvPicPr>
            <a:picLocks noChangeAspect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74535" y="783770"/>
            <a:ext cx="9036580" cy="5335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117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　１"/>
          <p:cNvPicPr>
            <a:picLocks noChangeAspect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009291" y="865358"/>
            <a:ext cx="4029389" cy="555554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7658117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　１"/>
          <p:cNvPicPr>
            <a:picLocks noChangeAspect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509774" y="572756"/>
            <a:ext cx="7166102" cy="5426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117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　１"/>
          <p:cNvPicPr>
            <a:picLocks noChangeAspect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05319" y="592852"/>
            <a:ext cx="9857433" cy="5747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117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　１"/>
          <p:cNvPicPr>
            <a:picLocks noChangeAspect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391508" y="1055078"/>
            <a:ext cx="7244862" cy="4928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117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　１"/>
          <p:cNvPicPr>
            <a:picLocks noChangeAspect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667648" y="492891"/>
            <a:ext cx="4963886" cy="5736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117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　１"/>
          <p:cNvPicPr>
            <a:picLocks noChangeAspect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939331" y="649401"/>
            <a:ext cx="8963130" cy="5761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117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　１"/>
          <p:cNvPicPr>
            <a:picLocks noChangeAspect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55077" y="663191"/>
            <a:ext cx="10299560" cy="5506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117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　１"/>
          <p:cNvPicPr>
            <a:picLocks noChangeAspect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5367" y="351692"/>
            <a:ext cx="10299560" cy="6079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117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　１"/>
          <p:cNvPicPr>
            <a:picLocks noChangeAspect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725063" y="442127"/>
            <a:ext cx="4675359" cy="6109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117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　１"/>
          <p:cNvPicPr>
            <a:picLocks noChangeAspect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95270" y="622998"/>
            <a:ext cx="10329706" cy="5506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117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　１"/>
          <p:cNvPicPr>
            <a:picLocks noChangeAspect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994409" y="728220"/>
            <a:ext cx="6943410" cy="5361367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765811725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TM02892315[[fn=Wisp]]</Template>
  <TotalTime>5</TotalTime>
  <Words>0</Words>
  <Application>Microsoft Office PowerPoint</Application>
  <PresentationFormat>Widescreen</PresentationFormat>
  <Paragraphs>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Century Gothic</vt:lpstr>
      <vt:lpstr>Wingdings 3</vt:lpstr>
      <vt:lpstr>Wisp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NJVV-11048100</dc:creator>
  <cp:lastModifiedBy>Sonya Ghorpade</cp:lastModifiedBy>
  <cp:revision>1</cp:revision>
  <dcterms:created xsi:type="dcterms:W3CDTF">2020-01-15T11:09:52Z</dcterms:created>
  <dcterms:modified xsi:type="dcterms:W3CDTF">2026-01-13T14:31:39Z</dcterms:modified>
</cp:coreProperties>
</file>